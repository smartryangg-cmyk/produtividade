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Crowdfunding: o poder de muitos (sem videogames)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